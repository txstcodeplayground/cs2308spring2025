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8" r:id="rId10"/>
    <p:sldId id="267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4" r:id="rId32"/>
    <p:sldId id="295" r:id="rId33"/>
    <p:sldId id="292" r:id="rId34"/>
    <p:sldId id="296" r:id="rId35"/>
    <p:sldId id="315" r:id="rId36"/>
    <p:sldId id="298" r:id="rId37"/>
    <p:sldId id="299" r:id="rId38"/>
    <p:sldId id="300" r:id="rId39"/>
    <p:sldId id="301" r:id="rId40"/>
    <p:sldId id="302" r:id="rId41"/>
    <p:sldId id="297" r:id="rId42"/>
    <p:sldId id="303" r:id="rId43"/>
    <p:sldId id="304" r:id="rId44"/>
    <p:sldId id="305" r:id="rId45"/>
    <p:sldId id="306" r:id="rId46"/>
    <p:sldId id="307" r:id="rId47"/>
    <p:sldId id="308" r:id="rId48"/>
    <p:sldId id="314" r:id="rId49"/>
    <p:sldId id="310" r:id="rId50"/>
    <p:sldId id="312" r:id="rId51"/>
    <p:sldId id="31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9C4"/>
    <a:srgbClr val="343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2"/>
    <p:restoredTop sz="94365"/>
  </p:normalViewPr>
  <p:slideViewPr>
    <p:cSldViewPr snapToGrid="0">
      <p:cViewPr varScale="1">
        <p:scale>
          <a:sx n="152" d="100"/>
          <a:sy n="15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35D1C-2DAE-A844-AB28-6D356E73EE8D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F8E0-C54F-AA4C-9564-2FD33EE1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99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D3D1-6C9F-0D43-EA91-7AA05065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2FAD1-3631-8C97-ABDC-64AC18D02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F1E52-2C29-36D5-AFFC-1AFBC0713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32585-DCA9-2DFB-61C4-C945F7326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41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6ED4-9C9D-4E68-924E-E4D0D8C6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419A5-3A62-0451-FCA4-A2BE2A025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F22CC-5AD0-BC53-28E8-178D5BF40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B96B8-D144-5E73-FACC-BDA01F544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0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CD3A-E7C4-B0BC-5B15-E73BEF80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47525-7C91-4FF7-6415-FA77FB0D4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C3DE8-A8E0-8126-2AEA-759563300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237F-E483-D043-8AE5-B77D0F69C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47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584A-D899-0708-4230-E401C117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AE2BF-020E-F83F-1C2F-08328F84B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0190C-3332-EBCF-1541-6D9E4919A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23CFC-9FB0-21D2-FF15-6CBB27BAE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20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2E81-20D2-2239-C72B-79F58838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C43B0-4E60-D1B6-1B00-F5D6B0A5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CCF13-CC11-4B30-33BE-8B090190E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98958-F941-BE75-1FD1-7CB489256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5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4EF2-00AE-FA86-7CF1-933F46B6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8481C-2C9D-B157-F0D5-0CDE25E29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430A8-B6BF-70E4-82B5-9452DF030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87A55-CB2C-139D-DB18-C07AD327E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09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C0C3-83E1-8F75-37E0-A5AC3656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953B0-CE02-B60E-2E23-A63FDFB07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088B2-3626-570F-D9C9-BF4E153A6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7CB4D-352D-526A-EBBD-FFB00DAF8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51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A39F-4DF6-A5B2-0E51-53CE8F1F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AE9BA-37C5-298D-77D7-E4D54C626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C311E-735F-A615-7A7C-2D2AAC098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8A788-334C-DA33-8F33-A33FD3DF6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9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FADE-DB66-242F-A10B-A6DD41C2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85144-10EC-AB57-5B05-C1CE9E422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6E204-675F-5AB4-FAA6-62E5EDF9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9727A-CB99-C404-26D7-2EBBA83B0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47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B141-23CA-C9B0-80B6-98EBE692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9CFFA-A441-F67A-9914-B9908528E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05CB0-E908-3FF0-9E5A-01EAF48E4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C0691-7D48-5016-171B-5DF52B312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0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C7BE-A388-BE18-794E-225D0A53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E29C7-9EE6-7A11-AC2D-3A9CDE9F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155BA-8EB9-F238-25AE-8206AEF40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0948A-01E2-6E6E-FB73-69F02C094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43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E2B4-3E18-6DB9-5C1F-CC68B19C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9EDB9-8D81-EC5D-3F2C-C94FFD8A8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D0861-CE55-5412-948C-DD83AE53C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6AA7-6C4C-7F10-1FB1-ABC25CFBE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13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9BA6-A5F3-41D9-7357-0A4D701D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5EEDF-516D-5165-CB03-62DFCA6DA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3008-99D5-6BC6-3DC9-F8A79503A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B60E6-27CB-B310-1041-EDBA57F26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78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02CE-642A-2B87-C75C-0BFB6C2C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72AC9-FEBF-2C80-6DF0-4750D89E0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7AD80-0905-2586-807C-26D93828B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75DB-AF7E-FC9C-E3F2-4AEB60336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6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F45A-5C87-6705-EFF0-7DD7FF9F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90B5-AAEC-645D-FD77-7B88689D4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E27A6-1FC1-F695-C838-1A67841B7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6C26-784F-668A-6860-BDD7BDAFB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6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6463-219D-C13B-9687-9EDC298D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21C3D-AF85-0E9C-81E6-9A07533FB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1BC4B-42D6-2E30-B200-2C8950C32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CC780-F088-4177-3D8B-7877FE9FE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1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6257-958B-09D6-92F7-5B0310B8E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B69D8-EB61-F9A8-5D1A-1F94741B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73C1-CC5F-0B20-19D7-E42F2468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5A4A3-6948-F153-3318-377D94D7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7D5C-E654-81BE-EC72-D4253B5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C2A-904F-BFB4-AF47-8225BDBC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45F5-62D0-0F7C-7C71-CE300895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D2AA-D3CB-6A87-F6F4-742C557D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A9E1-EAA3-B453-5B8B-652839EA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C1C9-53BA-938B-7D77-CAB8D96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B4A2-72E8-94B2-0D40-76DCD8C5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2FA4D-2759-214F-7B15-F7D3CECC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4A3E-16E9-9B32-F980-9BEE83C9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2826-3EB8-8571-8075-773114DB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EE87-4B22-4F89-0EED-CB2BFB2B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06D-3A94-9587-31F9-927848D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2124-1628-6087-F974-BFC7A6A9C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D2039-E8F0-87D2-C366-1116E08E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0AFC-7D20-8F02-3AA6-BA310376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B6E6-EE80-CD45-575B-FC3411E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D726-870A-E31F-7BE9-68A6B559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8248-201E-1071-490C-E2B0F034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88978-DF11-33E9-1476-F9EA8A0F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38A99-0E1F-72D2-C53C-B460A7A2F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EB125-AAAB-196F-2350-8919EFFE0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DBE02-FA8F-0337-80CA-1B3A3BA2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06BCB-093A-41AE-D8AE-FB27B505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73D1-5555-1D92-5FD0-BC4AD4F8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417B4-3D69-508D-BF7B-2ECFF6F8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3093-AC16-170B-1304-22A6DAB6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9E668-1077-D884-04D6-9966E158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396F-41FD-2200-1696-26C4E6AC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B8B63-BC1B-A7AE-B6CC-F5772ACA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44726-2BA3-55F8-0AC6-9D30DBE7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660CA-9103-B6B8-F1D1-3B6BF891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6655-419F-7504-3B29-E35A841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877F-AC36-8E35-4BE0-FD9F0758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8E8E-19CC-FE91-8EB8-5C6522CF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FD99-AC54-EF58-38DC-685D17EE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7FE06-565E-0B54-17B9-C2347A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0E3F-AD08-9417-121D-D3416D6A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ACD8C-7008-0A11-6165-AED7670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780B-49AA-3089-8278-C4E57A9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09CF7-752F-4095-BE92-E00EEA8F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28BCA-DB5F-6B57-92BA-4981C4D1F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84446-CE70-3231-1445-DB3A29FC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D26CD-E88D-0741-149E-33496347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273E-225F-8B5C-0845-68E63BC3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DFCF-812F-3892-08F6-D30690D3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12774-DB26-BAE7-8990-17134632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B4A-BD60-EC40-DE4F-66B96A97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1122-CEF0-6CE1-D304-347F6FC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BFB4-DF8B-2FF4-59E7-DA7875D5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7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505B1-2185-FE8C-6683-8010CE9CA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DFD91-1410-7EAE-CD08-F36286AA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B78F-B99D-2CAE-DE86-4A87A3C4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540-874A-9F7F-A083-57DC2D8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CACF-7BAD-4BE5-E54B-C0344BED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D04D-E994-0BCB-BE4C-C4CC95F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DE37-3E3C-A2A2-66FC-5D147A97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BDE9-86C6-6702-4539-53AD87CF2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BD409-7894-914B-8B56-CBEFCA3FA783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18CB-38A8-D83F-9344-AAEEE77D9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643C-D221-1074-2881-456D09D9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7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90E4-F9DC-82AF-75ED-0A354BC07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Struct, Operator Overloading &amp;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56E5-B860-CE21-CA7A-DA4228912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</a:t>
            </a:r>
          </a:p>
        </p:txBody>
      </p:sp>
    </p:spTree>
    <p:extLst>
      <p:ext uri="{BB962C8B-B14F-4D97-AF65-F5344CB8AC3E}">
        <p14:creationId xmlns:p14="http://schemas.microsoft.com/office/powerpoint/2010/main" val="45229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7A11D-B5C2-57FC-C107-6D0E8F4D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9A45-4D2B-20A1-E51E-A5650D5AF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Struct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3028B-DDBF-3BBB-B6A6-5045B2E25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Unit-04.01</a:t>
            </a:r>
          </a:p>
        </p:txBody>
      </p:sp>
    </p:spTree>
    <p:extLst>
      <p:ext uri="{BB962C8B-B14F-4D97-AF65-F5344CB8AC3E}">
        <p14:creationId xmlns:p14="http://schemas.microsoft.com/office/powerpoint/2010/main" val="301337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E5468-FE96-0B47-7566-E49E3F81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FB3B-9146-125B-21FB-8D840D375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0543" y="0"/>
            <a:ext cx="2205487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Struct……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09F39-80C4-A21A-5C5D-384806F8C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8604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In C++,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is a </a:t>
            </a:r>
            <a:r>
              <a:rPr lang="en-US" b="0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Söhne"/>
              </a:rPr>
              <a:t>user-defined aggregate data type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that can contain </a:t>
            </a:r>
            <a:r>
              <a:rPr lang="en-US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Söhne"/>
              </a:rPr>
              <a:t>member variables (fields) 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and </a:t>
            </a:r>
            <a:r>
              <a:rPr lang="en-US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Söhne"/>
              </a:rPr>
              <a:t>member functions (methods). 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It is very similar to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class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, with the main difference being that members of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are by default public, while members of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class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are by default private.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59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42340-4AD2-1AC6-780C-751497C3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1AB-A408-FD7A-AE99-D9DF3E2FA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0543" y="0"/>
            <a:ext cx="2205487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7D465-9311-FB07-65F0-9470D800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CC9ED6C-BCB0-25E6-E883-ECE269A447B5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9DDEA0-5BE9-2FDA-8407-44D5D2EEB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78FE73C-D8B5-69F4-A335-90B33D71E147}"/>
                </a:ext>
              </a:extLst>
            </p:cNvPr>
            <p:cNvSpPr/>
            <p:nvPr/>
          </p:nvSpPr>
          <p:spPr>
            <a:xfrm>
              <a:off x="618226" y="1802922"/>
              <a:ext cx="3165894" cy="872828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BACF3DC-90BB-A73C-7B3F-66EAD7627E54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A5E46F1-51ED-F9AD-6B37-93FC813415CA}"/>
                </a:ext>
              </a:extLst>
            </p:cNvPr>
            <p:cNvSpPr/>
            <p:nvPr/>
          </p:nvSpPr>
          <p:spPr>
            <a:xfrm>
              <a:off x="618225" y="3482698"/>
              <a:ext cx="5949737" cy="1482565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7BAE3-4DB1-EE7B-85B3-9EF5766F2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8627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6FDC4-2D21-BCFE-4C5A-56DFCD3A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2EFF-2808-63EC-71DB-41A756164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ABEE3-0679-FBEC-96DA-C39590F1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877C348-B3A8-51E5-FA8E-7EE58059B91D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82D496-A8C6-92B6-21EB-65D6B0391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CF2BF1C-DDCA-4D1B-BC9C-E1813603C813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54767B1-8406-3A70-F7DA-D8EE483E4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2FA623-13E5-2819-6977-B3A892D6896F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</p:spTree>
    <p:extLst>
      <p:ext uri="{BB962C8B-B14F-4D97-AF65-F5344CB8AC3E}">
        <p14:creationId xmlns:p14="http://schemas.microsoft.com/office/powerpoint/2010/main" val="80352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18DE3-6143-D743-E5DD-BF0982BF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3443-A9CB-07C1-00C8-B8CFB16C1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5D1D7-AE8B-7603-B11B-54825A661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67CC24-7979-2D98-4BFB-9D2116962AB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C7C5E5-4FAA-7E29-848B-C979EA6F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231BE7-8460-E1BA-68EF-6AF051521876}"/>
              </a:ext>
            </a:extLst>
          </p:cNvPr>
          <p:cNvSpPr/>
          <p:nvPr/>
        </p:nvSpPr>
        <p:spPr>
          <a:xfrm>
            <a:off x="7601693" y="775355"/>
            <a:ext cx="3671593" cy="57698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0F5124-4662-D1EB-A040-4F4C00B5E2AC}"/>
              </a:ext>
            </a:extLst>
          </p:cNvPr>
          <p:cNvSpPr/>
          <p:nvPr/>
        </p:nvSpPr>
        <p:spPr>
          <a:xfrm>
            <a:off x="6667164" y="2776823"/>
            <a:ext cx="3671593" cy="576983"/>
          </a:xfrm>
          <a:prstGeom prst="roundRect">
            <a:avLst>
              <a:gd name="adj" fmla="val 5801"/>
            </a:avLst>
          </a:prstGeom>
          <a:solidFill>
            <a:schemeClr val="accent2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CONSTRUCTOR??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D47985-5E1A-57CE-0AAC-83D17940AC00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B9291-47AA-5527-CFB4-C72861135E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" r="7140"/>
          <a:stretch/>
        </p:blipFill>
        <p:spPr>
          <a:xfrm>
            <a:off x="4382219" y="5568830"/>
            <a:ext cx="7168551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9620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7BD2E-4527-904E-52CB-3852B536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A558-3A81-F6BB-803B-3DBA1CE97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8972F-DB54-1583-5431-04F67ACD6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87EE52-D825-9D86-2329-68E9AA70620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4A9BA3-C3B3-FB6E-9F6B-FE3EDB74F08F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D53D660-AB56-94EA-B91F-3A46DA44E475}"/>
              </a:ext>
            </a:extLst>
          </p:cNvPr>
          <p:cNvSpPr/>
          <p:nvPr/>
        </p:nvSpPr>
        <p:spPr>
          <a:xfrm>
            <a:off x="7601694" y="4295955"/>
            <a:ext cx="1542306" cy="249200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233BD6-CD3A-0754-2B7A-1B5A4C2B1AEE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9E4A11-0079-E3CF-E183-BA5BBCD1B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269" b="-3"/>
          <a:stretch/>
        </p:blipFill>
        <p:spPr>
          <a:xfrm>
            <a:off x="936337" y="4351512"/>
            <a:ext cx="10614434" cy="2359839"/>
          </a:xfrm>
          <a:prstGeom prst="roundRect">
            <a:avLst>
              <a:gd name="adj" fmla="val 6924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EC0BBD-D28B-0998-56CF-ABDD54FF3673}"/>
              </a:ext>
            </a:extLst>
          </p:cNvPr>
          <p:cNvSpPr/>
          <p:nvPr/>
        </p:nvSpPr>
        <p:spPr>
          <a:xfrm>
            <a:off x="8296839" y="3240355"/>
            <a:ext cx="1571780" cy="335464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1F496-F045-74F9-C63F-7229EF5BD0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3" r="6873"/>
          <a:stretch/>
        </p:blipFill>
        <p:spPr>
          <a:xfrm>
            <a:off x="4993640" y="306427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330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C5B6D-AD17-E83D-9413-9930383F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CF93-7DBD-4503-03A6-2A735E50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0FB33-64AA-CC10-30F5-D87D0865C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11DA49-370E-C655-50A6-4D4D191CE355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C1304E-BF68-1FE2-F254-3CFFAD46C1C5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B3A0FE-3296-9E93-FAF0-03E41BE25A12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993271-4A19-51BA-9E05-634DD19C7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3" r="6873"/>
          <a:stretch/>
        </p:blipFill>
        <p:spPr>
          <a:xfrm>
            <a:off x="5013455" y="409676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F6193-014D-0C83-EF06-952AF589A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0" b="650"/>
          <a:stretch/>
        </p:blipFill>
        <p:spPr>
          <a:xfrm>
            <a:off x="4791135" y="5699712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E62213A8-EF56-C21F-1CFA-031322E2F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4669" y="5698983"/>
            <a:ext cx="711929" cy="71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6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A69B-CE2B-FB2A-A14A-437CAABB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F0B7-1570-B6B1-949D-9754994A8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A1F4B-05A7-3A1C-A2A5-9446769B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2C8E89-CF2F-79F4-754D-2E72A9A38DB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3E39B6-76E3-5692-A8C1-72D2AC55453D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A43A15-8D9C-BD67-A0D1-AA8975EBAE15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65D9DF-68FA-B1AD-C82C-213BC7833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3" r="6873"/>
          <a:stretch/>
        </p:blipFill>
        <p:spPr>
          <a:xfrm>
            <a:off x="5013455" y="409676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700582-7F67-34AF-9A5E-A93A1F9EB5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0" b="650"/>
          <a:stretch/>
        </p:blipFill>
        <p:spPr>
          <a:xfrm>
            <a:off x="4791135" y="5699712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12F540EE-834A-A946-C4EA-FC3EFB751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6292" y="5726552"/>
            <a:ext cx="602394" cy="602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03D63F-1350-04E8-DC2D-8152C3D20A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43" y="2859306"/>
            <a:ext cx="3576785" cy="54588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D59887-D657-5134-8839-594690080436}"/>
              </a:ext>
            </a:extLst>
          </p:cNvPr>
          <p:cNvSpPr/>
          <p:nvPr/>
        </p:nvSpPr>
        <p:spPr>
          <a:xfrm>
            <a:off x="3550872" y="1495677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having a constructor is equivalent to having empty constructor like below…</a:t>
            </a:r>
          </a:p>
        </p:txBody>
      </p:sp>
    </p:spTree>
    <p:extLst>
      <p:ext uri="{BB962C8B-B14F-4D97-AF65-F5344CB8AC3E}">
        <p14:creationId xmlns:p14="http://schemas.microsoft.com/office/powerpoint/2010/main" val="355819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3D8CE-FB55-36E9-6CB1-417C86FC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3482-A468-0711-F4A7-13FF5A94A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BC818-1EFB-915F-8005-5BAAF903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2E325DD-876C-CEF9-A738-9D16BD42BCFD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8611EF-7AC5-F1E6-4A0C-2E78EA3F3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BAF784C-7F8C-AA82-102A-E8AAB5CEDE37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688F352-8624-10CB-5600-D34FCBBAF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4B1016-2969-AE9D-7E81-EF1850D2626C}"/>
              </a:ext>
            </a:extLst>
          </p:cNvPr>
          <p:cNvSpPr/>
          <p:nvPr/>
        </p:nvSpPr>
        <p:spPr>
          <a:xfrm>
            <a:off x="7412850" y="910561"/>
            <a:ext cx="3671593" cy="57698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did we learn?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0B0D53-D228-2773-8D30-CEE88804EF5F}"/>
              </a:ext>
            </a:extLst>
          </p:cNvPr>
          <p:cNvSpPr/>
          <p:nvPr/>
        </p:nvSpPr>
        <p:spPr>
          <a:xfrm>
            <a:off x="7412849" y="1821122"/>
            <a:ext cx="3671593" cy="144163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is a way of saying, this is how I want to define my structure… </a:t>
            </a:r>
          </a:p>
        </p:txBody>
      </p:sp>
    </p:spTree>
    <p:extLst>
      <p:ext uri="{BB962C8B-B14F-4D97-AF65-F5344CB8AC3E}">
        <p14:creationId xmlns:p14="http://schemas.microsoft.com/office/powerpoint/2010/main" val="84695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B1605-F168-EDB9-8F59-0BBA39BB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F95E-A84E-F7FD-051E-26F560141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A12F7-C8D2-336F-06DB-6F738E666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3" y="1103499"/>
            <a:ext cx="6253121" cy="46510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BAC3C5A-C472-A5E2-EC49-EDB58DBCF52C}"/>
              </a:ext>
            </a:extLst>
          </p:cNvPr>
          <p:cNvGrpSpPr/>
          <p:nvPr/>
        </p:nvGrpSpPr>
        <p:grpSpPr>
          <a:xfrm>
            <a:off x="7051563" y="749250"/>
            <a:ext cx="4646723" cy="1795240"/>
            <a:chOff x="7051563" y="749250"/>
            <a:chExt cx="4646723" cy="179524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2D96D4-F002-47CA-CB0E-7C98E0A74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9130" y="1967508"/>
              <a:ext cx="3029156" cy="57698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EA636BC-BEFE-4EAE-2DFE-F28E807F7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1563" y="749250"/>
              <a:ext cx="3999396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9271DB-DFD4-001A-B68B-10DAC6C417D3}"/>
              </a:ext>
            </a:extLst>
          </p:cNvPr>
          <p:cNvGrpSpPr/>
          <p:nvPr/>
        </p:nvGrpSpPr>
        <p:grpSpPr>
          <a:xfrm>
            <a:off x="7051563" y="2675625"/>
            <a:ext cx="4795327" cy="1975936"/>
            <a:chOff x="7051563" y="2675625"/>
            <a:chExt cx="4795327" cy="19759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164A9C1-7174-8C45-3A6E-C0D7681BB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051563" y="2675625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943BCB2-0CFE-6E78-D4A5-53AC776BB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03" y="4114773"/>
              <a:ext cx="3654287" cy="53678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6A1726-6804-AD31-F80E-422BF2A68D19}"/>
              </a:ext>
            </a:extLst>
          </p:cNvPr>
          <p:cNvGrpSpPr/>
          <p:nvPr/>
        </p:nvGrpSpPr>
        <p:grpSpPr>
          <a:xfrm>
            <a:off x="7051563" y="4738061"/>
            <a:ext cx="4795327" cy="1922245"/>
            <a:chOff x="7051563" y="4738061"/>
            <a:chExt cx="4795327" cy="19222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22C7FB-9CFD-18BC-3648-0F9A11279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051563" y="4738061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6F64017-78C9-783D-5401-5CFFECB4E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93820" y="6194353"/>
              <a:ext cx="3853070" cy="46595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2935F0-8024-4A19-FD54-31C741603ADC}"/>
              </a:ext>
            </a:extLst>
          </p:cNvPr>
          <p:cNvSpPr/>
          <p:nvPr/>
        </p:nvSpPr>
        <p:spPr>
          <a:xfrm>
            <a:off x="3545960" y="1610156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Note: We already did Option2, that is initializing with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72855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06BC5-517B-B280-FA8B-2E810FF5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5445-779D-9D20-0E3F-9F601DBB5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EDAFB0-5BD5-CD30-02AD-1A59D8D2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3" y="1103499"/>
            <a:ext cx="6253121" cy="46510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A9A1162-1691-0116-6051-CCEBE1552BF1}"/>
              </a:ext>
            </a:extLst>
          </p:cNvPr>
          <p:cNvGrpSpPr/>
          <p:nvPr/>
        </p:nvGrpSpPr>
        <p:grpSpPr>
          <a:xfrm>
            <a:off x="7051563" y="749250"/>
            <a:ext cx="4646723" cy="1795240"/>
            <a:chOff x="7051563" y="749250"/>
            <a:chExt cx="4646723" cy="179524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9E4455-29FD-05A8-B544-E5467A817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9130" y="1967508"/>
              <a:ext cx="3029156" cy="57698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9E79C2D-507E-DCCB-115E-F1A556AF2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1563" y="749250"/>
              <a:ext cx="3999396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44862B-73F3-C453-DE4C-F9DF2893AE32}"/>
              </a:ext>
            </a:extLst>
          </p:cNvPr>
          <p:cNvGrpSpPr/>
          <p:nvPr/>
        </p:nvGrpSpPr>
        <p:grpSpPr>
          <a:xfrm>
            <a:off x="7051563" y="2675625"/>
            <a:ext cx="4795327" cy="1975936"/>
            <a:chOff x="7051563" y="2675625"/>
            <a:chExt cx="4795327" cy="19759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C14713-1063-F98F-AD4B-E097DFFC8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051563" y="2675625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C926031-1874-08FA-BFF7-E3E81D17E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03" y="4114773"/>
              <a:ext cx="3654287" cy="53678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6EDC20-FABC-43EC-5E3B-7DFB7368659A}"/>
              </a:ext>
            </a:extLst>
          </p:cNvPr>
          <p:cNvGrpSpPr/>
          <p:nvPr/>
        </p:nvGrpSpPr>
        <p:grpSpPr>
          <a:xfrm>
            <a:off x="7051563" y="4738061"/>
            <a:ext cx="4795327" cy="1922245"/>
            <a:chOff x="7051563" y="4738061"/>
            <a:chExt cx="4795327" cy="19222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5AE6534-E3A9-6DCC-F567-5C03971C6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051563" y="4738061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69B62C7-481A-08C1-2936-0905093F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93820" y="6194353"/>
              <a:ext cx="3853070" cy="46595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97BA2E-2B03-5741-22C6-5493551C8622}"/>
              </a:ext>
            </a:extLst>
          </p:cNvPr>
          <p:cNvSpPr/>
          <p:nvPr/>
        </p:nvSpPr>
        <p:spPr>
          <a:xfrm>
            <a:off x="3545960" y="1610156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Note: We already did Option2, that is initializing with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1180793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3FFB6-6A87-7033-744B-6C42C17D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1ECC-4276-9F3C-CF4F-2DF2A8ADD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D5FE667-BCC9-5C52-C60F-05877AD23BC4}"/>
              </a:ext>
            </a:extLst>
          </p:cNvPr>
          <p:cNvSpPr/>
          <p:nvPr/>
        </p:nvSpPr>
        <p:spPr>
          <a:xfrm>
            <a:off x="7394713" y="1346582"/>
            <a:ext cx="3101759" cy="1257469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2A38F-DDC3-A941-78A1-3E27B376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7EACAD-AB39-4D72-FA6C-8FABAB2A51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88280" y="3655057"/>
            <a:ext cx="7772400" cy="263439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784D21-808B-2D53-0FA7-F5EA31E48C54}"/>
              </a:ext>
            </a:extLst>
          </p:cNvPr>
          <p:cNvSpPr/>
          <p:nvPr/>
        </p:nvSpPr>
        <p:spPr>
          <a:xfrm>
            <a:off x="728748" y="2997610"/>
            <a:ext cx="1189505" cy="362946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05DD28-F4C1-5D9B-C6AF-62869D45CEDF}"/>
              </a:ext>
            </a:extLst>
          </p:cNvPr>
          <p:cNvSpPr/>
          <p:nvPr/>
        </p:nvSpPr>
        <p:spPr>
          <a:xfrm>
            <a:off x="3763496" y="6042817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998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06353-72A4-89A7-05BE-79A0EFFB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9C9A-DA43-EB13-375D-F620A876A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36B6515-AF09-3182-34EF-59A0F5DEC03E}"/>
              </a:ext>
            </a:extLst>
          </p:cNvPr>
          <p:cNvSpPr/>
          <p:nvPr/>
        </p:nvSpPr>
        <p:spPr>
          <a:xfrm>
            <a:off x="7374835" y="909261"/>
            <a:ext cx="3101759" cy="208241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3D907-7CB0-B598-2F9F-3E3F7549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77CF16-AEB9-1FD7-9B5A-EE37C69E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002133"/>
            <a:ext cx="7772400" cy="250207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C50F41-8CED-97E9-57D9-3BFB84CBACD3}"/>
              </a:ext>
            </a:extLst>
          </p:cNvPr>
          <p:cNvSpPr/>
          <p:nvPr/>
        </p:nvSpPr>
        <p:spPr>
          <a:xfrm>
            <a:off x="2888853" y="6267510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980F41-8B6F-351D-ED0C-E7EF400970A2}"/>
              </a:ext>
            </a:extLst>
          </p:cNvPr>
          <p:cNvSpPr/>
          <p:nvPr/>
        </p:nvSpPr>
        <p:spPr>
          <a:xfrm>
            <a:off x="662487" y="3037294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5269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395D1-E2FA-F968-8C04-ACB5141A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101D-69F9-F320-B2AE-6B7CB8542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A6EDCAF-43FF-ECD4-1E70-58BD639D2A99}"/>
              </a:ext>
            </a:extLst>
          </p:cNvPr>
          <p:cNvSpPr/>
          <p:nvPr/>
        </p:nvSpPr>
        <p:spPr>
          <a:xfrm>
            <a:off x="6453811" y="909260"/>
            <a:ext cx="4022783" cy="281791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BUT THIS IS NOT A GOOD PRACTICE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WHAT IF…we can use actual variable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85CAA-CAFE-A01B-1854-FF3F78E3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8267E3-1858-9D37-6763-A72185726F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002133"/>
            <a:ext cx="7772400" cy="250207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3D7B8F-F19F-79B7-37EE-94A8E07C005B}"/>
              </a:ext>
            </a:extLst>
          </p:cNvPr>
          <p:cNvSpPr/>
          <p:nvPr/>
        </p:nvSpPr>
        <p:spPr>
          <a:xfrm>
            <a:off x="2829217" y="6257571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F3382-0345-EBE0-BD79-D004B6EF513B}"/>
              </a:ext>
            </a:extLst>
          </p:cNvPr>
          <p:cNvSpPr/>
          <p:nvPr/>
        </p:nvSpPr>
        <p:spPr>
          <a:xfrm>
            <a:off x="652548" y="3041199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1598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D47CE-2271-642E-8B07-688EF71D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B0D2-3C34-6F32-C8D2-4DBA722F7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CDE1E07-6546-13E6-C4C6-5A7534C6A7EB}"/>
              </a:ext>
            </a:extLst>
          </p:cNvPr>
          <p:cNvSpPr/>
          <p:nvPr/>
        </p:nvSpPr>
        <p:spPr>
          <a:xfrm>
            <a:off x="6453811" y="909260"/>
            <a:ext cx="4022783" cy="281791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BUT THIS IS NOT A GOOD PRACTICE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WHAT IF…we can use actual variable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33E4B-691D-2559-09E4-CE4B116A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198B4F-3C0F-5FA0-D4E2-F88A39CF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140572"/>
            <a:ext cx="7772400" cy="2225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D16386-B4FA-0DB0-EE0A-836423B057E3}"/>
              </a:ext>
            </a:extLst>
          </p:cNvPr>
          <p:cNvSpPr/>
          <p:nvPr/>
        </p:nvSpPr>
        <p:spPr>
          <a:xfrm>
            <a:off x="2859035" y="6082573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0087C3-4ACE-EF45-67D4-C9E3644BF6FA}"/>
              </a:ext>
            </a:extLst>
          </p:cNvPr>
          <p:cNvSpPr/>
          <p:nvPr/>
        </p:nvSpPr>
        <p:spPr>
          <a:xfrm>
            <a:off x="682365" y="3061078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9973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E1D56-05D2-A1EA-E0A7-DFFDD20D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A2AA-51AD-7875-4094-5533E9809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15A45-D0B4-019F-92B1-94A4C563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487" y="3031436"/>
            <a:ext cx="11803601" cy="337930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3AC129-97E2-B899-C3E1-784DBAD296DD}"/>
              </a:ext>
            </a:extLst>
          </p:cNvPr>
          <p:cNvSpPr/>
          <p:nvPr/>
        </p:nvSpPr>
        <p:spPr>
          <a:xfrm>
            <a:off x="193939" y="114813"/>
            <a:ext cx="6081997" cy="92433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Following operations are identical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9FC44-FE14-E998-0A24-E85CAA2C0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333177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612117-F75F-FEE8-B936-4D83741D0966}"/>
              </a:ext>
            </a:extLst>
          </p:cNvPr>
          <p:cNvSpPr/>
          <p:nvPr/>
        </p:nvSpPr>
        <p:spPr>
          <a:xfrm>
            <a:off x="404070" y="6092512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905295-0A7B-1A1C-2528-EEC5C3E4EE32}"/>
              </a:ext>
            </a:extLst>
          </p:cNvPr>
          <p:cNvSpPr/>
          <p:nvPr/>
        </p:nvSpPr>
        <p:spPr>
          <a:xfrm>
            <a:off x="4031853" y="4025173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1868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0829-CC30-7BBE-3AA2-6EB84676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C4E4-BA8D-A053-EFE1-B70110BC3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428A9A-A9EC-8221-6982-7CB911E4B76D}"/>
              </a:ext>
            </a:extLst>
          </p:cNvPr>
          <p:cNvSpPr/>
          <p:nvPr/>
        </p:nvSpPr>
        <p:spPr>
          <a:xfrm>
            <a:off x="4025332" y="4603152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called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AD709-A652-C58D-CBE4-F33255BF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1" y="1115441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8FBE44-C719-C51B-914F-2F22D9E3BC4D}"/>
              </a:ext>
            </a:extLst>
          </p:cNvPr>
          <p:cNvSpPr/>
          <p:nvPr/>
        </p:nvSpPr>
        <p:spPr>
          <a:xfrm>
            <a:off x="1447679" y="3816451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08196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BE6A4-F6CA-BE46-EB05-733C637E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C917-479E-F19E-9F18-6DB51749F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0305F4-5D98-6730-2872-DC6DB646919E}"/>
              </a:ext>
            </a:extLst>
          </p:cNvPr>
          <p:cNvSpPr/>
          <p:nvPr/>
        </p:nvSpPr>
        <p:spPr>
          <a:xfrm>
            <a:off x="4025332" y="4603152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07219-E95C-F342-72B9-A3BE5CAC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1" y="1115441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7E9DF1-6CC9-193F-30F7-9C5BB9076A6C}"/>
              </a:ext>
            </a:extLst>
          </p:cNvPr>
          <p:cNvSpPr/>
          <p:nvPr/>
        </p:nvSpPr>
        <p:spPr>
          <a:xfrm>
            <a:off x="1507313" y="3806512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4786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F2D44-E734-D6F5-1AB8-CCD07420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26ED-BA8B-9201-ACAF-A6790FDC6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D1A3FA-5618-46F1-21E8-18E0AA734412}"/>
              </a:ext>
            </a:extLst>
          </p:cNvPr>
          <p:cNvSpPr/>
          <p:nvPr/>
        </p:nvSpPr>
        <p:spPr>
          <a:xfrm>
            <a:off x="4313055" y="4613091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0B5A2-6D7B-43A6-4433-320C5BB2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0" y="663129"/>
            <a:ext cx="11663920" cy="3682241"/>
          </a:xfrm>
          <a:prstGeom prst="rect">
            <a:avLst/>
          </a:prstGeom>
          <a:ln>
            <a:noFill/>
          </a:ln>
          <a:effectLst>
            <a:outerShdw blurRad="1270000" dist="139700" dir="2700000" sx="98000" sy="98000" algn="tl" rotWithShape="0">
              <a:schemeClr val="tx1"/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6B14D8-E82B-5A1B-7FCD-65EE29D94FC9}"/>
              </a:ext>
            </a:extLst>
          </p:cNvPr>
          <p:cNvSpPr/>
          <p:nvPr/>
        </p:nvSpPr>
        <p:spPr>
          <a:xfrm>
            <a:off x="483583" y="3945660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10492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5CAF3-F96B-3AE2-C5A1-EF7C7847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59D8-E592-1108-72D0-4AAACA3BC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64A69C-FF4D-22DA-8B69-D2E8C65AC75E}"/>
              </a:ext>
            </a:extLst>
          </p:cNvPr>
          <p:cNvSpPr/>
          <p:nvPr/>
        </p:nvSpPr>
        <p:spPr>
          <a:xfrm>
            <a:off x="2288547" y="2824047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152588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E4DE5-6A9A-8A8B-6AA6-041FE922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3BD-CB7A-5B9B-BE36-D9D951778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3BC0C-579A-D19F-914F-9A2E93C7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5" y="2064618"/>
            <a:ext cx="7163350" cy="28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69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83925-2219-F20E-DE0C-2C1FFF9B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C344-4744-88C0-A15C-1D1882BC4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D6361-2657-3CB9-DF3E-CE96291A1B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4" y="896772"/>
            <a:ext cx="7163350" cy="2875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830546-2CE4-55DD-642E-6F635533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45" y="4091583"/>
            <a:ext cx="9875309" cy="221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74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B5124-77B1-0BF5-0152-EF966298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88E6-1691-4032-5439-056E3CADC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5F038-2981-BA38-8B37-61F9F0720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4" y="896772"/>
            <a:ext cx="7163350" cy="2875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B6C257-6626-DA9D-7AF0-A7BC781B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45" y="4091583"/>
            <a:ext cx="9875309" cy="221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32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34772-B16F-EE3A-2186-0F89EC18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2CBD-3697-E8A4-FF61-F0596568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00B77-C879-73B6-81CE-D2AC7929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2128" y="288491"/>
            <a:ext cx="4907742" cy="19697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DCBCC-1063-4DC3-3D57-4CE117C5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9799" y="2423684"/>
            <a:ext cx="7772400" cy="435219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2E53EC-EA47-5D95-F642-46C9F42EAD48}"/>
              </a:ext>
            </a:extLst>
          </p:cNvPr>
          <p:cNvSpPr/>
          <p:nvPr/>
        </p:nvSpPr>
        <p:spPr>
          <a:xfrm>
            <a:off x="239843" y="433906"/>
            <a:ext cx="2218544" cy="1678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the typo!!!</a:t>
            </a:r>
          </a:p>
        </p:txBody>
      </p:sp>
    </p:spTree>
    <p:extLst>
      <p:ext uri="{BB962C8B-B14F-4D97-AF65-F5344CB8AC3E}">
        <p14:creationId xmlns:p14="http://schemas.microsoft.com/office/powerpoint/2010/main" val="2411533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89EF7-434B-0435-4778-A7F5FE6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34DC-310B-AA1E-BE9E-A19F8F0C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903A4-F988-BB30-68AA-0490230C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2434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E67CD-83F9-DDF4-6929-7D5D341B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24" y="2154088"/>
            <a:ext cx="7381267" cy="4703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F3558-203B-4A57-76E7-852195C9E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407" y="3855279"/>
            <a:ext cx="4584700" cy="28448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30514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19295-2708-B27B-9184-EEE24046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C39C-73F7-4620-628A-64FCD9B7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CD8888-D522-7C41-4BA7-E950A87946BB}"/>
              </a:ext>
            </a:extLst>
          </p:cNvPr>
          <p:cNvSpPr/>
          <p:nvPr/>
        </p:nvSpPr>
        <p:spPr>
          <a:xfrm>
            <a:off x="2288547" y="2824047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LIMITING ACCESS….?</a:t>
            </a:r>
          </a:p>
        </p:txBody>
      </p:sp>
    </p:spTree>
    <p:extLst>
      <p:ext uri="{BB962C8B-B14F-4D97-AF65-F5344CB8AC3E}">
        <p14:creationId xmlns:p14="http://schemas.microsoft.com/office/powerpoint/2010/main" val="4107938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0F9B6-B635-95E2-0A0F-ECACA216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796314-B6D0-F67D-00FE-E36FBB7A3E65}"/>
              </a:ext>
            </a:extLst>
          </p:cNvPr>
          <p:cNvSpPr/>
          <p:nvPr/>
        </p:nvSpPr>
        <p:spPr>
          <a:xfrm>
            <a:off x="2288547" y="2410906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‘access-specifiers’</a:t>
            </a:r>
            <a:r>
              <a:rPr lang="en-US" sz="2400" b="1" dirty="0">
                <a:solidFill>
                  <a:schemeClr val="bg1"/>
                </a:solidFill>
              </a:rPr>
              <a:t> like,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private, protected, public</a:t>
            </a:r>
            <a:r>
              <a:rPr lang="en-US" sz="2400" b="1" dirty="0">
                <a:solidFill>
                  <a:schemeClr val="bg1"/>
                </a:solidFill>
              </a:rPr>
              <a:t> can be used to limit the access of member outside of struct, by default everything is public. As of now lets ignore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protected.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D6FF21-6043-BFAA-5D2B-61AE50F54E57}"/>
              </a:ext>
            </a:extLst>
          </p:cNvPr>
          <p:cNvSpPr txBox="1">
            <a:spLocks/>
          </p:cNvSpPr>
          <p:nvPr/>
        </p:nvSpPr>
        <p:spPr>
          <a:xfrm>
            <a:off x="6211957" y="0"/>
            <a:ext cx="6164073" cy="5769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rgbClr val="FFC000"/>
                </a:solidFill>
              </a:rPr>
              <a:t>Struct [</a:t>
            </a:r>
            <a:r>
              <a:rPr lang="en-US" sz="320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>
                <a:solidFill>
                  <a:srgbClr val="FFC000"/>
                </a:solidFill>
              </a:rPr>
              <a:t>]……</a:t>
            </a:r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860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36058-E89D-1A46-DDF1-A6F86004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EB110D-EBD1-D685-7E4D-6566B418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7" y="2034884"/>
            <a:ext cx="11865926" cy="368011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51D60A-7329-AE2C-B51F-8AAA4152EFCB}"/>
              </a:ext>
            </a:extLst>
          </p:cNvPr>
          <p:cNvSpPr/>
          <p:nvPr/>
        </p:nvSpPr>
        <p:spPr>
          <a:xfrm>
            <a:off x="1017106" y="2613990"/>
            <a:ext cx="10303563" cy="1242394"/>
          </a:xfrm>
          <a:prstGeom prst="roundRect">
            <a:avLst>
              <a:gd name="adj" fmla="val 2711"/>
            </a:avLst>
          </a:prstGeom>
          <a:solidFill>
            <a:srgbClr val="FF000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6615AAC-8BF2-D1CD-C011-EBFA13833247}"/>
              </a:ext>
            </a:extLst>
          </p:cNvPr>
          <p:cNvSpPr/>
          <p:nvPr/>
        </p:nvSpPr>
        <p:spPr>
          <a:xfrm>
            <a:off x="1017105" y="4065104"/>
            <a:ext cx="10303563" cy="1441174"/>
          </a:xfrm>
          <a:prstGeom prst="roundRect">
            <a:avLst>
              <a:gd name="adj" fmla="val 271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DBC63-EDB1-3102-DE5A-CE7234C67419}"/>
              </a:ext>
            </a:extLst>
          </p:cNvPr>
          <p:cNvSpPr txBox="1"/>
          <p:nvPr/>
        </p:nvSpPr>
        <p:spPr>
          <a:xfrm>
            <a:off x="8717443" y="2912021"/>
            <a:ext cx="2457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ACCESS WITHIN STRUCT ONLY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E18C0-F117-30F6-3723-E397715E9DE4}"/>
              </a:ext>
            </a:extLst>
          </p:cNvPr>
          <p:cNvSpPr txBox="1"/>
          <p:nvPr/>
        </p:nvSpPr>
        <p:spPr>
          <a:xfrm>
            <a:off x="7921487" y="4188165"/>
            <a:ext cx="32534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ACCESS FROM</a:t>
            </a:r>
          </a:p>
          <a:p>
            <a:pPr algn="r"/>
            <a:r>
              <a:rPr lang="en-US" dirty="0"/>
              <a:t>MOCHAS JAVA..</a:t>
            </a:r>
          </a:p>
          <a:p>
            <a:pPr algn="r"/>
            <a:r>
              <a:rPr lang="en-US" dirty="0"/>
              <a:t>OR ANY COFFEE PLACE YOU LIKE….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5DA0783-1538-E08D-D012-1746B2745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</p:spTree>
    <p:extLst>
      <p:ext uri="{BB962C8B-B14F-4D97-AF65-F5344CB8AC3E}">
        <p14:creationId xmlns:p14="http://schemas.microsoft.com/office/powerpoint/2010/main" val="3797032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B9607-285C-45E3-1838-5234C57F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41E3069-CBD2-00CC-8977-DC596DABC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D307AF-D8A0-C227-33AF-1F1999269673}"/>
              </a:ext>
            </a:extLst>
          </p:cNvPr>
          <p:cNvGrpSpPr/>
          <p:nvPr/>
        </p:nvGrpSpPr>
        <p:grpSpPr>
          <a:xfrm>
            <a:off x="0" y="904009"/>
            <a:ext cx="12192000" cy="5800963"/>
            <a:chOff x="0" y="904009"/>
            <a:chExt cx="12192000" cy="58009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A3F85B-2855-21E2-AC1B-1383661B3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04009"/>
              <a:ext cx="4670267" cy="481099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5C7721-ADFB-302E-A0CD-C334ADCDF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670266" y="1614805"/>
              <a:ext cx="7521734" cy="8997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C3084C-285D-0D3C-CA80-37FE6E352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0264" y="2513685"/>
              <a:ext cx="6167825" cy="238043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9DA0EB-4124-77BC-9D1B-5D46D248A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5070" y="4824464"/>
              <a:ext cx="6174466" cy="188050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A420A11-FEF9-6AD5-412D-97FECBF21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36006"/>
            <a:stretch/>
          </p:blipFill>
          <p:spPr>
            <a:xfrm>
              <a:off x="0" y="6107590"/>
              <a:ext cx="4665070" cy="584200"/>
            </a:xfrm>
            <a:prstGeom prst="rect">
              <a:avLst/>
            </a:prstGeom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52C33AC-B7EE-4904-35E5-D7BA53D3A682}"/>
                </a:ext>
              </a:extLst>
            </p:cNvPr>
            <p:cNvSpPr/>
            <p:nvPr/>
          </p:nvSpPr>
          <p:spPr>
            <a:xfrm>
              <a:off x="1" y="5715000"/>
              <a:ext cx="2405574" cy="39259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77BC52CA-A61C-252A-7720-7CB5C5399211}"/>
                </a:ext>
              </a:extLst>
            </p:cNvPr>
            <p:cNvSpPr/>
            <p:nvPr/>
          </p:nvSpPr>
          <p:spPr>
            <a:xfrm>
              <a:off x="2405576" y="5674360"/>
              <a:ext cx="2249100" cy="473870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17D48BA-B0BB-1837-C3B6-A518DDF44FD0}"/>
                </a:ext>
              </a:extLst>
            </p:cNvPr>
            <p:cNvSpPr/>
            <p:nvPr/>
          </p:nvSpPr>
          <p:spPr>
            <a:xfrm>
              <a:off x="10838089" y="2513684"/>
              <a:ext cx="1353910" cy="4178105"/>
            </a:xfrm>
            <a:prstGeom prst="roundRect">
              <a:avLst>
                <a:gd name="adj" fmla="val 271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81B13F2-655D-CE73-0BA9-7A45B31DD190}"/>
                </a:ext>
              </a:extLst>
            </p:cNvPr>
            <p:cNvSpPr/>
            <p:nvPr/>
          </p:nvSpPr>
          <p:spPr>
            <a:xfrm>
              <a:off x="4675461" y="1614804"/>
              <a:ext cx="7516538" cy="5076985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1DC42E-1D34-93A9-D18B-9051232CBB81}"/>
              </a:ext>
            </a:extLst>
          </p:cNvPr>
          <p:cNvSpPr/>
          <p:nvPr/>
        </p:nvSpPr>
        <p:spPr>
          <a:xfrm>
            <a:off x="4901784" y="576982"/>
            <a:ext cx="5351488" cy="787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WARNING!!! THIS IS A BAD CODE</a:t>
            </a:r>
          </a:p>
        </p:txBody>
      </p:sp>
    </p:spTree>
    <p:extLst>
      <p:ext uri="{BB962C8B-B14F-4D97-AF65-F5344CB8AC3E}">
        <p14:creationId xmlns:p14="http://schemas.microsoft.com/office/powerpoint/2010/main" val="3470161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12CB2-C7BA-DA94-6E84-1015DFD2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149088A-42EB-3C4E-48C4-C79EE07EF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0F12A-B058-6742-19C0-4607B2C3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7" y="818250"/>
            <a:ext cx="9496480" cy="5031717"/>
          </a:xfrm>
          <a:prstGeom prst="roundRect">
            <a:avLst>
              <a:gd name="adj" fmla="val 723"/>
            </a:avLst>
          </a:prstGeom>
          <a:ln>
            <a:noFill/>
          </a:ln>
          <a:effectLst>
            <a:outerShdw blurRad="643417" dist="38100" dir="7800000" sx="103000" sy="103000" algn="tl" rotWithShape="0">
              <a:srgbClr val="000000">
                <a:alpha val="7188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363EC0-7333-489D-D16B-97CDC9F80811}"/>
              </a:ext>
            </a:extLst>
          </p:cNvPr>
          <p:cNvSpPr txBox="1"/>
          <p:nvPr/>
        </p:nvSpPr>
        <p:spPr>
          <a:xfrm>
            <a:off x="4488348" y="6091235"/>
            <a:ext cx="321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will when program ends?</a:t>
            </a:r>
          </a:p>
        </p:txBody>
      </p:sp>
    </p:spTree>
    <p:extLst>
      <p:ext uri="{BB962C8B-B14F-4D97-AF65-F5344CB8AC3E}">
        <p14:creationId xmlns:p14="http://schemas.microsoft.com/office/powerpoint/2010/main" val="915955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3D929-5C63-412B-0DA7-96BEA455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165CE4A-BE9A-E588-79A9-D2A75B871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FD7422-38E5-44FD-DF47-1BFBA2535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3" b="115"/>
          <a:stretch/>
        </p:blipFill>
        <p:spPr>
          <a:xfrm>
            <a:off x="1463717" y="521268"/>
            <a:ext cx="9496480" cy="5815463"/>
          </a:xfrm>
          <a:prstGeom prst="roundRect">
            <a:avLst>
              <a:gd name="adj" fmla="val 723"/>
            </a:avLst>
          </a:prstGeom>
          <a:ln>
            <a:noFill/>
          </a:ln>
          <a:effectLst>
            <a:outerShdw blurRad="643417" dist="38100" dir="7800000" sx="103000" sy="103000" algn="tl" rotWithShape="0">
              <a:srgbClr val="000000">
                <a:alpha val="7188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FB53C-0345-C4B2-DBF3-C34DE948C2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79" b="1"/>
          <a:stretch/>
        </p:blipFill>
        <p:spPr>
          <a:xfrm>
            <a:off x="5858590" y="6254150"/>
            <a:ext cx="6333410" cy="51420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438259-582C-AFF9-0BFB-B566523F6335}"/>
              </a:ext>
            </a:extLst>
          </p:cNvPr>
          <p:cNvSpPr/>
          <p:nvPr/>
        </p:nvSpPr>
        <p:spPr>
          <a:xfrm>
            <a:off x="2092793" y="2648309"/>
            <a:ext cx="6383547" cy="1190446"/>
          </a:xfrm>
          <a:prstGeom prst="roundRect">
            <a:avLst>
              <a:gd name="adj" fmla="val 2174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99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CEAAA-9178-4A32-E69B-9CE94789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012C31A-5A23-5477-5BF5-648653FB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POINTERS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F46549-40C8-0E84-31A3-E29F2C7A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84" y="1247835"/>
            <a:ext cx="7771546" cy="4362330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52FF7D92-9106-DA59-16C6-12567B395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799" y="1910750"/>
            <a:ext cx="2530415" cy="253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52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49B0D-BC46-A9B3-F0C9-9924CDDF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72C345-5780-340B-1F40-17EA5737A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POINTERS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F90651-F1F7-B319-9DC8-60629088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184" y="1247835"/>
            <a:ext cx="7771546" cy="4362330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B253A23F-60D5-9BE0-DC51-9B2B2FED7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4799" y="1910750"/>
            <a:ext cx="2530415" cy="25304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36D14C-2BF1-8DF6-81E8-39D08ACB79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82336" y="5351073"/>
            <a:ext cx="3413930" cy="69604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61E02-92D3-0E3E-F902-16D32927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7364" y="5054532"/>
            <a:ext cx="2002648" cy="2138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0425B-F3BF-92C0-8038-874B309B3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9069" y="5277033"/>
            <a:ext cx="1941905" cy="207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01A451-ADB3-FA66-C26A-EA91DE74D9D0}"/>
              </a:ext>
            </a:extLst>
          </p:cNvPr>
          <p:cNvSpPr txBox="1"/>
          <p:nvPr/>
        </p:nvSpPr>
        <p:spPr>
          <a:xfrm>
            <a:off x="3554530" y="6281018"/>
            <a:ext cx="5314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must de-allocate memory while using pointers.</a:t>
            </a:r>
          </a:p>
        </p:txBody>
      </p:sp>
    </p:spTree>
    <p:extLst>
      <p:ext uri="{BB962C8B-B14F-4D97-AF65-F5344CB8AC3E}">
        <p14:creationId xmlns:p14="http://schemas.microsoft.com/office/powerpoint/2010/main" val="3962011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22F5B-8779-BC87-99D3-869E42CA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5D1314C-4381-37DE-7A9C-3B582471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12689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ACB7B-28F1-9BB7-1B99-1CD867B5E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8116"/>
            <a:ext cx="6638693" cy="3801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9C1EDE-F869-5E1C-804D-69DED7BDD8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52627" y="1729468"/>
            <a:ext cx="5326357" cy="800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BF9AE6-56CF-06F3-DB53-C4297B6CD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626" y="2579239"/>
            <a:ext cx="5326357" cy="1440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E767AE-BA49-D65E-1C51-39A47F3B1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625" y="4069780"/>
            <a:ext cx="5326358" cy="101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66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09A51-25EA-7578-7043-B8697092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90C0BD6-D3C1-D80B-96CA-50D1ACB0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D5CF8-62E4-5B27-1CBB-B9479CB0F9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" b="42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73463-BCDD-26A2-FA3B-AE42618A8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7418132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D2FD5-F24E-90B5-B196-6DCF72D2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89A657A-3E2C-5861-42DC-69AFFB3AD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6F8AF-216B-6841-48A1-2062FD2F9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" b="42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1AB4F0-E47A-EE17-0F13-67E2F196C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35137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F948F-86EC-F160-70CE-3534D9B2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7AD5B43-CA4A-723F-C3F8-2B067397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8C7F7-54D3-DDF7-1655-190400B3E9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571" b="-9157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9B2A6-B358-C928-4FF8-914B1EF27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724" y="5844582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0DCE36-ED20-BA7C-1B79-0835A5F6BAC8}"/>
              </a:ext>
            </a:extLst>
          </p:cNvPr>
          <p:cNvSpPr txBox="1"/>
          <p:nvPr/>
        </p:nvSpPr>
        <p:spPr>
          <a:xfrm>
            <a:off x="4545122" y="4469471"/>
            <a:ext cx="3333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Can we do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06A3A-4057-C5C1-555E-245E566109DC}"/>
              </a:ext>
            </a:extLst>
          </p:cNvPr>
          <p:cNvSpPr txBox="1"/>
          <p:nvPr/>
        </p:nvSpPr>
        <p:spPr>
          <a:xfrm>
            <a:off x="8793273" y="5270947"/>
            <a:ext cx="2911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Expectation !!</a:t>
            </a:r>
          </a:p>
        </p:txBody>
      </p:sp>
    </p:spTree>
    <p:extLst>
      <p:ext uri="{BB962C8B-B14F-4D97-AF65-F5344CB8AC3E}">
        <p14:creationId xmlns:p14="http://schemas.microsoft.com/office/powerpoint/2010/main" val="1950899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BE7FD-EA03-EF99-46DF-BB3D36DB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850524-348C-5C33-0233-84980275E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C9844-7BE3-88EA-6F2E-AC6A7B4848DA}"/>
              </a:ext>
            </a:extLst>
          </p:cNvPr>
          <p:cNvSpPr txBox="1"/>
          <p:nvPr/>
        </p:nvSpPr>
        <p:spPr>
          <a:xfrm>
            <a:off x="3199694" y="3342736"/>
            <a:ext cx="5887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YES.. Operator </a:t>
            </a:r>
            <a:r>
              <a:rPr lang="en-US" sz="3600" dirty="0" err="1">
                <a:solidFill>
                  <a:schemeClr val="bg1"/>
                </a:solidFill>
              </a:rPr>
              <a:t>OVerloading</a:t>
            </a:r>
            <a:r>
              <a:rPr lang="en-US" sz="3600" dirty="0">
                <a:solidFill>
                  <a:schemeClr val="bg1"/>
                </a:solidFill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332189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3181B-D3B0-78EF-0C30-27E61D60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437BC3F-3478-0857-9807-70C838E8B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4846" y="0"/>
            <a:ext cx="6164073" cy="576982"/>
          </a:xfrm>
        </p:spPr>
        <p:txBody>
          <a:bodyPr>
            <a:noAutofit/>
          </a:bodyPr>
          <a:lstStyle/>
          <a:p>
            <a:pPr algn="r"/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1F1AC-6561-4A89-FDAF-65FF81C786FE}"/>
              </a:ext>
            </a:extLst>
          </p:cNvPr>
          <p:cNvSpPr txBox="1"/>
          <p:nvPr/>
        </p:nvSpPr>
        <p:spPr>
          <a:xfrm>
            <a:off x="5620549" y="3105834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515401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F5321-C3C5-AB4B-1728-3B91BAC4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98F5-A3CE-EBDB-8EFF-204A8FA20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OPERATOR OVERLOADING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84FD1-44A5-69C9-4A47-7C0060EF5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Unit-04.01</a:t>
            </a:r>
          </a:p>
        </p:txBody>
      </p:sp>
    </p:spTree>
    <p:extLst>
      <p:ext uri="{BB962C8B-B14F-4D97-AF65-F5344CB8AC3E}">
        <p14:creationId xmlns:p14="http://schemas.microsoft.com/office/powerpoint/2010/main" val="3628750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B414B-8E47-0CB5-A856-468127D2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BDCE12-663B-184A-60B2-EE6332560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5E059-77D8-8C6A-B6EE-6998E96F3C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2" b="3522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06B0E9-DA56-9B97-BE28-2E0DDA822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144588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C1030-40F2-D1C4-9113-BC68759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463253C-1D59-EE3C-D095-6F9212B7C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A8AC3-08BD-93B5-4C8E-F451B4936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2" b="3522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97F86-4FCB-84DE-906E-6672C8CFA96B}"/>
              </a:ext>
            </a:extLst>
          </p:cNvPr>
          <p:cNvSpPr txBox="1">
            <a:spLocks/>
          </p:cNvSpPr>
          <p:nvPr/>
        </p:nvSpPr>
        <p:spPr>
          <a:xfrm>
            <a:off x="1524000" y="5564037"/>
            <a:ext cx="9144000" cy="11463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This will fail.. But why?</a:t>
            </a:r>
          </a:p>
        </p:txBody>
      </p:sp>
    </p:spTree>
    <p:extLst>
      <p:ext uri="{BB962C8B-B14F-4D97-AF65-F5344CB8AC3E}">
        <p14:creationId xmlns:p14="http://schemas.microsoft.com/office/powerpoint/2010/main" val="3081349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AD69B-3215-88ED-84E2-28E02F7B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E0677EB-7C51-17BB-48C3-D4D87624F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81E88-0577-C786-6BDD-885017B810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5" b="2936"/>
          <a:stretch/>
        </p:blipFill>
        <p:spPr>
          <a:xfrm>
            <a:off x="2326184" y="490716"/>
            <a:ext cx="7771546" cy="5650302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ACCDD2-109F-46C0-8A5E-DC20ECFD6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7284"/>
            <a:ext cx="2815208" cy="45043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D2A480-5AC0-3065-6CCE-CAC853F77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966" y="5813746"/>
            <a:ext cx="6212219" cy="91915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2662-F92D-8B10-6311-6F715669DA25}"/>
              </a:ext>
            </a:extLst>
          </p:cNvPr>
          <p:cNvSpPr txBox="1"/>
          <p:nvPr/>
        </p:nvSpPr>
        <p:spPr>
          <a:xfrm>
            <a:off x="-38460" y="606948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Previously…</a:t>
            </a:r>
          </a:p>
        </p:txBody>
      </p:sp>
    </p:spTree>
    <p:extLst>
      <p:ext uri="{BB962C8B-B14F-4D97-AF65-F5344CB8AC3E}">
        <p14:creationId xmlns:p14="http://schemas.microsoft.com/office/powerpoint/2010/main" val="3426625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AE2FD-E10B-02AE-EA53-76DB3B91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FD47E45-BF49-9E82-1710-C49CA40AD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74A72-AB39-DC8C-570D-336F88E61628}"/>
              </a:ext>
            </a:extLst>
          </p:cNvPr>
          <p:cNvSpPr txBox="1">
            <a:spLocks/>
          </p:cNvSpPr>
          <p:nvPr/>
        </p:nvSpPr>
        <p:spPr>
          <a:xfrm>
            <a:off x="1524000" y="3140015"/>
            <a:ext cx="9144000" cy="663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We can do interesting things like..</a:t>
            </a:r>
          </a:p>
        </p:txBody>
      </p:sp>
    </p:spTree>
    <p:extLst>
      <p:ext uri="{BB962C8B-B14F-4D97-AF65-F5344CB8AC3E}">
        <p14:creationId xmlns:p14="http://schemas.microsoft.com/office/powerpoint/2010/main" val="40626691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904DA-7227-27B2-CD84-70665E90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BD56E3D-8570-7E3B-A62B-E9475464E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480F9-7917-9701-C6A8-0974E13DA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" y="72832"/>
            <a:ext cx="5009673" cy="3233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27E161-6D12-72BF-AD4C-CAD2EE262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46" y="2502938"/>
            <a:ext cx="5530036" cy="279152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C0BF0-D36B-ACFD-E47F-A9DA00351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023" y="3898698"/>
            <a:ext cx="4622992" cy="279151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A561E-A0DF-7DAC-F577-7EA6DCD7C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294" y="5435279"/>
            <a:ext cx="4552706" cy="142272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492229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8AB10-151D-0966-FF83-4B5F1A69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FD065AF-FE95-B2F6-42E2-B4BBAFF8D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5F9B23-BC71-E676-8B50-776FC4B40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52" y="576982"/>
            <a:ext cx="5207575" cy="5608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09C054-4681-8FB2-FAA2-EB43473B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593" y="3359989"/>
            <a:ext cx="5336396" cy="282515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694F8B-D1D4-3B75-6AA6-C4DA6B5D04A3}"/>
              </a:ext>
            </a:extLst>
          </p:cNvPr>
          <p:cNvSpPr txBox="1">
            <a:spLocks/>
          </p:cNvSpPr>
          <p:nvPr/>
        </p:nvSpPr>
        <p:spPr>
          <a:xfrm>
            <a:off x="3654725" y="1636862"/>
            <a:ext cx="9144000" cy="6632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Can you modify</a:t>
            </a:r>
          </a:p>
          <a:p>
            <a:r>
              <a:rPr lang="en-US" sz="4000" dirty="0">
                <a:solidFill>
                  <a:srgbClr val="FFC000"/>
                </a:solidFill>
              </a:rPr>
              <a:t>previous program to achieve this?</a:t>
            </a:r>
          </a:p>
        </p:txBody>
      </p:sp>
    </p:spTree>
    <p:extLst>
      <p:ext uri="{BB962C8B-B14F-4D97-AF65-F5344CB8AC3E}">
        <p14:creationId xmlns:p14="http://schemas.microsoft.com/office/powerpoint/2010/main" val="654210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00BAE-8DDA-314A-39E1-71B37DE9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9DEE56A-7F10-2734-7BD4-027A50AA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9360E2-AB5C-3A64-E328-01ED2CE9F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84" y="840592"/>
            <a:ext cx="3625516" cy="3904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7A5157-18C9-A365-DB78-78C4A7D17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484" y="4893274"/>
            <a:ext cx="3625516" cy="189470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FCCEC9-D226-E82F-CB58-B23614AF4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5" y="1288620"/>
            <a:ext cx="8234498" cy="456024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BFDF98-40E1-B40C-DC3F-C09C3558AB53}"/>
              </a:ext>
            </a:extLst>
          </p:cNvPr>
          <p:cNvSpPr/>
          <p:nvPr/>
        </p:nvSpPr>
        <p:spPr>
          <a:xfrm>
            <a:off x="1532237" y="1398718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2E4CF1-F49C-C5D2-D29D-B27952E626B4}"/>
              </a:ext>
            </a:extLst>
          </p:cNvPr>
          <p:cNvSpPr/>
          <p:nvPr/>
        </p:nvSpPr>
        <p:spPr>
          <a:xfrm>
            <a:off x="3045490" y="1415211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2C0FE7-F84A-1900-2E1E-FBB3ACFC1A04}"/>
              </a:ext>
            </a:extLst>
          </p:cNvPr>
          <p:cNvSpPr/>
          <p:nvPr/>
        </p:nvSpPr>
        <p:spPr>
          <a:xfrm>
            <a:off x="4558743" y="1423846"/>
            <a:ext cx="825733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DDCAF1-A0EB-8D0F-4640-A47C59C29D67}"/>
              </a:ext>
            </a:extLst>
          </p:cNvPr>
          <p:cNvSpPr/>
          <p:nvPr/>
        </p:nvSpPr>
        <p:spPr>
          <a:xfrm>
            <a:off x="7106938" y="1428694"/>
            <a:ext cx="825733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33398E-D906-D585-398D-5821F0A69066}"/>
              </a:ext>
            </a:extLst>
          </p:cNvPr>
          <p:cNvSpPr/>
          <p:nvPr/>
        </p:nvSpPr>
        <p:spPr>
          <a:xfrm>
            <a:off x="5633531" y="1423846"/>
            <a:ext cx="1452156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F93F82-9782-52ED-25E4-C92606A2843C}"/>
              </a:ext>
            </a:extLst>
          </p:cNvPr>
          <p:cNvSpPr/>
          <p:nvPr/>
        </p:nvSpPr>
        <p:spPr>
          <a:xfrm>
            <a:off x="1367481" y="2199503"/>
            <a:ext cx="395416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B78C03C-0C67-B961-54D1-D73E76111EED}"/>
              </a:ext>
            </a:extLst>
          </p:cNvPr>
          <p:cNvSpPr/>
          <p:nvPr/>
        </p:nvSpPr>
        <p:spPr>
          <a:xfrm>
            <a:off x="5420496" y="2190941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61F3E6-E469-6EAD-056E-743587C7C852}"/>
              </a:ext>
            </a:extLst>
          </p:cNvPr>
          <p:cNvSpPr/>
          <p:nvPr/>
        </p:nvSpPr>
        <p:spPr>
          <a:xfrm>
            <a:off x="1985318" y="2566688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FB5C18-73D9-E4C9-E9FC-97D1F6C545B1}"/>
              </a:ext>
            </a:extLst>
          </p:cNvPr>
          <p:cNvSpPr/>
          <p:nvPr/>
        </p:nvSpPr>
        <p:spPr>
          <a:xfrm>
            <a:off x="1985318" y="2966825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9E5B55-9602-51E0-9EE0-6BDE1BB65CC7}"/>
              </a:ext>
            </a:extLst>
          </p:cNvPr>
          <p:cNvSpPr/>
          <p:nvPr/>
        </p:nvSpPr>
        <p:spPr>
          <a:xfrm>
            <a:off x="1367481" y="3644803"/>
            <a:ext cx="395416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54E7CD3-8096-0CAA-78DF-E125C2B41023}"/>
              </a:ext>
            </a:extLst>
          </p:cNvPr>
          <p:cNvSpPr/>
          <p:nvPr/>
        </p:nvSpPr>
        <p:spPr>
          <a:xfrm>
            <a:off x="5420496" y="3636241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7EE1FB3-1742-F4D6-AA74-E42A79A0B031}"/>
              </a:ext>
            </a:extLst>
          </p:cNvPr>
          <p:cNvSpPr/>
          <p:nvPr/>
        </p:nvSpPr>
        <p:spPr>
          <a:xfrm>
            <a:off x="1985318" y="4011988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4303FB-BA64-1E21-1C9A-0B7BE23DD412}"/>
              </a:ext>
            </a:extLst>
          </p:cNvPr>
          <p:cNvSpPr/>
          <p:nvPr/>
        </p:nvSpPr>
        <p:spPr>
          <a:xfrm>
            <a:off x="1985318" y="4412125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F95087-19EE-4C76-5523-B7DB4BAD2C65}"/>
              </a:ext>
            </a:extLst>
          </p:cNvPr>
          <p:cNvSpPr/>
          <p:nvPr/>
        </p:nvSpPr>
        <p:spPr>
          <a:xfrm>
            <a:off x="740257" y="5117223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9018EA6-691A-0898-18DE-6AAC72A43A8A}"/>
              </a:ext>
            </a:extLst>
          </p:cNvPr>
          <p:cNvSpPr/>
          <p:nvPr/>
        </p:nvSpPr>
        <p:spPr>
          <a:xfrm>
            <a:off x="119449" y="1390472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C7D391E-EBF0-DDAF-C07D-77A36829A637}"/>
              </a:ext>
            </a:extLst>
          </p:cNvPr>
          <p:cNvSpPr/>
          <p:nvPr/>
        </p:nvSpPr>
        <p:spPr>
          <a:xfrm>
            <a:off x="739029" y="1782396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37534F3-D079-7AA2-3664-E02341A1E030}"/>
              </a:ext>
            </a:extLst>
          </p:cNvPr>
          <p:cNvSpPr/>
          <p:nvPr/>
        </p:nvSpPr>
        <p:spPr>
          <a:xfrm>
            <a:off x="2149404" y="1778606"/>
            <a:ext cx="982680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2BCCE6F-7644-4A46-3F0C-2215334D108C}"/>
              </a:ext>
            </a:extLst>
          </p:cNvPr>
          <p:cNvSpPr/>
          <p:nvPr/>
        </p:nvSpPr>
        <p:spPr>
          <a:xfrm>
            <a:off x="3170935" y="1799392"/>
            <a:ext cx="1810968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8173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5E470-3DEF-CA59-E73C-71447D19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757D0F7-F6A6-5BB1-B0E2-342866B7D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E5248-B292-0FCE-E1B6-DB532EF58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84" y="840592"/>
            <a:ext cx="3625516" cy="3904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F00848-8511-5706-D6FA-F33B622CE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484" y="4893274"/>
            <a:ext cx="3625516" cy="189470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8B415D-B0C1-D5E8-217D-D14EB6CE2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5" y="1288620"/>
            <a:ext cx="8234498" cy="45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773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D8EF4-0792-A467-C076-9AE41C6E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BCF0867-E195-9D56-01BF-D78E45BA3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422" y="-140043"/>
            <a:ext cx="6164073" cy="57698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OP.OVER-LOADING [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TRY THESE ??</a:t>
            </a:r>
            <a:r>
              <a:rPr lang="en-US" sz="24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4FC1E-702B-9088-E233-5AA434933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8" y="247134"/>
            <a:ext cx="3680061" cy="2891477"/>
          </a:xfrm>
          <a:prstGeom prst="roundRect">
            <a:avLst>
              <a:gd name="adj" fmla="val 454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CABAB-664E-B085-A4DF-3BA473C9D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675" y="576312"/>
            <a:ext cx="3632502" cy="5808012"/>
          </a:xfrm>
          <a:prstGeom prst="roundRect">
            <a:avLst>
              <a:gd name="adj" fmla="val 169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76FDE-664F-8753-6E23-E48D776EA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701" y="2892686"/>
            <a:ext cx="3694640" cy="3491638"/>
          </a:xfrm>
          <a:prstGeom prst="roundRect">
            <a:avLst>
              <a:gd name="adj" fmla="val 120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418CF-4715-2F17-09C5-765861625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30" y="4209196"/>
            <a:ext cx="3665493" cy="2175128"/>
          </a:xfrm>
          <a:prstGeom prst="roundRect">
            <a:avLst>
              <a:gd name="adj" fmla="val 256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10BAC3B-F37A-B08C-760F-049781F51657}"/>
              </a:ext>
            </a:extLst>
          </p:cNvPr>
          <p:cNvSpPr txBox="1">
            <a:spLocks/>
          </p:cNvSpPr>
          <p:nvPr/>
        </p:nvSpPr>
        <p:spPr>
          <a:xfrm>
            <a:off x="2791639" y="1243944"/>
            <a:ext cx="6608721" cy="11134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</a:rPr>
              <a:t> I GAVE YOU THE RECIEPE</a:t>
            </a:r>
          </a:p>
          <a:p>
            <a:r>
              <a:rPr lang="en-US" sz="2400" dirty="0">
                <a:solidFill>
                  <a:srgbClr val="FFC000"/>
                </a:solidFill>
              </a:rPr>
              <a:t>NOW BE THE CHEF…</a:t>
            </a:r>
          </a:p>
          <a:p>
            <a:r>
              <a:rPr lang="en-US" sz="2400" dirty="0">
                <a:solidFill>
                  <a:srgbClr val="FFC000"/>
                </a:solidFill>
              </a:rPr>
              <a:t>…check if all of these are valid?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FIGURE OUT WHAT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2874532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78C46-13FC-7F67-79A1-F73CDDC2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29CB083-C5DF-3B9C-5F42-0DE086135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422" y="-140043"/>
            <a:ext cx="6164073" cy="57698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OP.OVER-LOADING [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TRY THESE ??</a:t>
            </a:r>
            <a:r>
              <a:rPr lang="en-US" sz="24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5E8675-1AF3-1F0F-BCB6-A006F3F254F3}"/>
              </a:ext>
            </a:extLst>
          </p:cNvPr>
          <p:cNvSpPr txBox="1">
            <a:spLocks/>
          </p:cNvSpPr>
          <p:nvPr/>
        </p:nvSpPr>
        <p:spPr>
          <a:xfrm>
            <a:off x="2791639" y="6088800"/>
            <a:ext cx="6608721" cy="5769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</a:rPr>
              <a:t>Can you extend our program?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4E132-CD68-23A7-D303-B682E058E2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53" b="80057"/>
          <a:stretch/>
        </p:blipFill>
        <p:spPr>
          <a:xfrm>
            <a:off x="1069349" y="1125247"/>
            <a:ext cx="3484943" cy="17490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12FAB3-020A-A7D3-C88C-ED0A0BF736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944" b="67083"/>
          <a:stretch/>
        </p:blipFill>
        <p:spPr>
          <a:xfrm>
            <a:off x="1069348" y="3057974"/>
            <a:ext cx="3484943" cy="1419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0850C5-47E0-EDF2-A8C8-ED7D3F6ADF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759" b="55469"/>
          <a:stretch/>
        </p:blipFill>
        <p:spPr>
          <a:xfrm>
            <a:off x="1069348" y="4617879"/>
            <a:ext cx="3484942" cy="12876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DF4AC-62E1-0875-74A5-93AC5DE7D4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532" b="36159"/>
          <a:stretch/>
        </p:blipFill>
        <p:spPr>
          <a:xfrm>
            <a:off x="4706858" y="1240662"/>
            <a:ext cx="3484942" cy="2112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81DEC-C694-1574-566E-693648AC13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110"/>
          <a:stretch/>
        </p:blipFill>
        <p:spPr>
          <a:xfrm>
            <a:off x="8344370" y="2677081"/>
            <a:ext cx="3484942" cy="1628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F8B1F7-D356-5F5B-DBDD-15054FF8A8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777" b="14953"/>
          <a:stretch/>
        </p:blipFill>
        <p:spPr>
          <a:xfrm>
            <a:off x="4706858" y="3491425"/>
            <a:ext cx="3484942" cy="232650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C2D4F5-B2DE-D979-1B30-54B2E5EFC8AE}"/>
              </a:ext>
            </a:extLst>
          </p:cNvPr>
          <p:cNvSpPr/>
          <p:nvPr/>
        </p:nvSpPr>
        <p:spPr>
          <a:xfrm>
            <a:off x="4706857" y="2932670"/>
            <a:ext cx="458267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+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22D853-DC59-1708-3887-EF32758B98C9}"/>
              </a:ext>
            </a:extLst>
          </p:cNvPr>
          <p:cNvSpPr/>
          <p:nvPr/>
        </p:nvSpPr>
        <p:spPr>
          <a:xfrm>
            <a:off x="4706856" y="5407340"/>
            <a:ext cx="878398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+=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407723-1CBE-A9EA-9F47-2CF484F55511}"/>
              </a:ext>
            </a:extLst>
          </p:cNvPr>
          <p:cNvSpPr/>
          <p:nvPr/>
        </p:nvSpPr>
        <p:spPr>
          <a:xfrm>
            <a:off x="8340248" y="3885774"/>
            <a:ext cx="878398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-=</a:t>
            </a:r>
          </a:p>
        </p:txBody>
      </p:sp>
    </p:spTree>
    <p:extLst>
      <p:ext uri="{BB962C8B-B14F-4D97-AF65-F5344CB8AC3E}">
        <p14:creationId xmlns:p14="http://schemas.microsoft.com/office/powerpoint/2010/main" val="122865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15842</TotalTime>
  <Words>754</Words>
  <Application>Microsoft Macintosh PowerPoint</Application>
  <PresentationFormat>Widescreen</PresentationFormat>
  <Paragraphs>166</Paragraphs>
  <Slides>51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Söhne</vt:lpstr>
      <vt:lpstr>Office Theme</vt:lpstr>
      <vt:lpstr>Struct, Operator Overloading &amp; Classes</vt:lpstr>
      <vt:lpstr>Struct</vt:lpstr>
      <vt:lpstr>Struct……</vt:lpstr>
      <vt:lpstr>Struct……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……</vt:lpstr>
      <vt:lpstr>Struct [….]……</vt:lpstr>
      <vt:lpstr>Struct […]……</vt:lpstr>
      <vt:lpstr>Struct […]……</vt:lpstr>
      <vt:lpstr>Struct […]……</vt:lpstr>
      <vt:lpstr>Struct […]……</vt:lpstr>
      <vt:lpstr>Struct [ACCESS IDENTIFIER]……</vt:lpstr>
      <vt:lpstr>PowerPoint Presentation</vt:lpstr>
      <vt:lpstr>Struct [ACCESS IDENTIFIER]……</vt:lpstr>
      <vt:lpstr>Struct [ACCESS IDENTIFIER]……</vt:lpstr>
      <vt:lpstr>Struct […..]……</vt:lpstr>
      <vt:lpstr>Struct [Destructor]……</vt:lpstr>
      <vt:lpstr>Struct [POINTERS]……</vt:lpstr>
      <vt:lpstr>Struct [POINTERS]……</vt:lpstr>
      <vt:lpstr>Struct […]……</vt:lpstr>
      <vt:lpstr>… [….]……</vt:lpstr>
      <vt:lpstr>… [….]……</vt:lpstr>
      <vt:lpstr>… [….]……</vt:lpstr>
      <vt:lpstr>OP.OVERLOADING [….]……</vt:lpstr>
      <vt:lpstr>… [….]……</vt:lpstr>
      <vt:lpstr>OPERATOR OVERLOADING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[TRY THESE ??]……</vt:lpstr>
      <vt:lpstr>OP.OVER-LOADING [TRY THESE ??]……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Arrays, Vectors, Lists and for-loops</dc:title>
  <dc:creator>Bhandari, Keshav</dc:creator>
  <cp:lastModifiedBy>Bhandari, Keshav</cp:lastModifiedBy>
  <cp:revision>71</cp:revision>
  <dcterms:created xsi:type="dcterms:W3CDTF">2024-01-18T13:32:16Z</dcterms:created>
  <dcterms:modified xsi:type="dcterms:W3CDTF">2025-03-19T14:37:11Z</dcterms:modified>
</cp:coreProperties>
</file>